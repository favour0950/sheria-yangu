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MOZILLA FOUNDATION  ×  KAMILIMU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SHERIA YANGU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7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citizen's right to be heard — on their phone, in their language.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9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T002  ·  Civic Literacy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9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Onyango Violet Atieno — University of Nairobi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9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Catherine Atieno — JKUAT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· PROBLEM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right that goes unheard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492240" cy="2286000"/>
          </a:xfrm>
          <a:prstGeom prst="roundRect">
            <a:avLst>
              <a:gd name="adj" fmla="val 3200"/>
            </a:avLst>
          </a:prstGeom>
          <a:solidFill>
            <a:srgbClr val="E7F0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JARED NGISA NYABUTO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Nairobi resident. When the county raised fees with no explanation on offer, he did not wait for a lawyer to fix it for him — he took the county to the High Court himself.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 City County Finance Act, 2023 — Petition E040 of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Kenyan youth are digitally active — yet structurally shut out of the laws that govern them.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223760" y="17830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20116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498080" y="2743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memoranda received in the Finance Bill 2023's 9-day national window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3429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498080" y="3977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Kenyans that window was meant to reach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4663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9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Upheld as constitutional by the Supreme Court. Still, almost no one took part.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Parliament Finance &amp; Planning Committee report, 2023; Supreme Court ruling, Oct 2024.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· PROBLEM II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locked out, and why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7F0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Nairobi's 2023 fee hikes were struck down in June 2025 — not for lack of notice, but because residents were shown fee lists and never the cost policy behind them.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E7F0E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474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youth, 18–25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Peri-urban Nairobi — Mathare, Kibra, Embakasi. Online daily, but has never submitted a memorandum to Parliament or a county assembly.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39.84% of registered voters are youth 18–35 — IEBC, 2022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5486400" cy="2560320"/>
          </a:xfrm>
          <a:prstGeom prst="roundRect">
            <a:avLst>
              <a:gd name="adj" fmla="val 2857"/>
            </a:avLst>
          </a:prstGeom>
          <a:solidFill>
            <a:srgbClr val="E7F0E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474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37947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Nairobi Finance Bill is already at the Assembly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389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 City County's 2025/26 Finance Bill is already published for the County Assembly. The same gap — fees without reasoning — is about to repeat.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barrier: Article 118 &amp; 196 guarantee participation; Parliament has no statutory duty to notify citizens when a bill opens.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· SOLUTION IDEA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building, and why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Sheria Yangu notifies citizens when a bill opens, translates it clause by clause into plain Swahili and English, and turns their answer into a memorandum Parliament receives.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7F0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364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constitutional right, made reachable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 118 &amp; 196 guarantee every Kenyan a voice in legislation. Courts keep finding it unreachable in practice. Sheria Yangu makes it reachable — no lawyer required.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7F0E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49440" y="3364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AI, not another tool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886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counties. 9-day windows. 87-page bills. No human team can annotate at that speed. An LLM produces a plain-language, clause-level summary in seconds — every time, every county.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· SOLUTION APPROACH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at a glance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14884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detected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from Kenya Law &amp; county assembly sites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78608" y="27432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06624" y="196596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13" name="Shape 11"/>
          <p:cNvSpPr/>
          <p:nvPr/>
        </p:nvSpPr>
        <p:spPr>
          <a:xfrm>
            <a:off x="2871216" y="214884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216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43784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sent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43784" y="32918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notified the moment it opens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27432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56048" y="196596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214884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93208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summarises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93208" y="32918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Swahili &amp; English, clause by clause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77456" y="27432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05472" y="196596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70064" y="214884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6" name="Text 24"/>
          <p:cNvSpPr/>
          <p:nvPr/>
        </p:nvSpPr>
        <p:spPr>
          <a:xfrm>
            <a:off x="7370064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42632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votes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42632" y="32918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Kubali or Kataa, clause by clause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26880" y="2743200"/>
            <a:ext cx="173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54896" y="1965960"/>
            <a:ext cx="2121408" cy="2286000"/>
          </a:xfrm>
          <a:prstGeom prst="roundRect">
            <a:avLst>
              <a:gd name="adj" fmla="val 3448"/>
            </a:avLst>
          </a:prstGeom>
          <a:solidFill>
            <a:srgbClr val="0B3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9619488" y="2148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19488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92056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 sent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592056" y="3291840"/>
            <a:ext cx="1847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clauses auto-draft a memorandum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7F0E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ACTUALLY DOES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 notification. Read one clause in Swahili or simple English. Tap Kubali or Kataa. If rejected, review the AI-drafted objection before it joins the memorandum.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· AI COMPONENT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sits in the workflow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7F0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5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SHERIA YANGU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legal expert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annotate one 87-page bill. Available to a few.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B3D2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SHERIA YANGU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per clause, cached and reused for every reader. Available to anyone with a phone.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7F0E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/api/summarize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text in → plain Swahili &amp; English summary out. Generated once per clause, cached, served to every reader.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77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7F0E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/api/memorandum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clause in → drafted objection out, for the citizen to review and edit before it is sent.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exact model name/version against your API dashboard before finals.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· DEMO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E9E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it working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200400" cy="3749040"/>
          </a:xfrm>
          <a:prstGeom prst="roundRect">
            <a:avLst>
              <a:gd name="adj" fmla="val 5143"/>
            </a:avLst>
          </a:prstGeom>
          <a:solidFill>
            <a:srgbClr val="16342A"/>
          </a:solidFill>
          <a:ln w="25400">
            <a:solidFill>
              <a:srgbClr val="0B3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5806440" y="3429000"/>
            <a:ext cx="548640" cy="548640"/>
          </a:xfrm>
          <a:prstGeom prst="triangle">
            <a:avLst/>
          </a:prstGeom>
          <a:solidFill>
            <a:srgbClr val="6E9E88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C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sec demo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C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 recording here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C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 →  clause summary  →  vote  →  memorandum  →  sent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· RESPONSIBLE COMPUTING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computing, honestly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7F0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(phone, email) and civic activity (votes, memoranda) sit in separate tables, joined only by an automated, logged notification job — never a query, export, or dashboard.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 0 phone/email fields in the votes table; 0 bulk joins in the query log, reviewed weekly.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7F0E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AUTHENTICATION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clause summary links back to its official Kenya Law or county assembly source. Nothing else can enter the pipeline.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Measure: 100% of summaries carry a verified source URL.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BEBE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348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5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TRADE-OFF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have verified identity yet — that is genuinely our #1 ask. What we have: one account per phone number, self-reported constituency, and a pseudonymous token that keeps votes and identity apart except for outbound notifications.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· FUTURE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path to the finals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ALREADY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3055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DeepSeek pipeline · notification, vote &amp; send screens · mocked bill data · ERD &amp; security design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530352"/>
          </a:xfrm>
          <a:prstGeom prst="roundRect">
            <a:avLst>
              <a:gd name="adj" fmla="val 13793"/>
            </a:avLst>
          </a:prstGeom>
          <a:solidFill>
            <a:srgbClr val="E7F0E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20–26 Jul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7889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scraper + pseudonymous token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27889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11247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9242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Jul–2 Aug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39242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system  ·  re-pitch Fri 31 Jul at iHub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33924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Catherine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50208"/>
            <a:ext cx="11247120" cy="530352"/>
          </a:xfrm>
          <a:prstGeom prst="roundRect">
            <a:avLst>
              <a:gd name="adj" fmla="val 13793"/>
            </a:avLst>
          </a:prstGeom>
          <a:solidFill>
            <a:srgbClr val="E7F0E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9592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3–9 Aug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99592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County analytics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399592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Catherine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53712"/>
            <a:ext cx="112471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5994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10–16 Aug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459943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testing, Mathare &amp; Embakasi  ·  feature freeze Fri 14 Aug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459943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57216"/>
            <a:ext cx="11247120" cy="530352"/>
          </a:xfrm>
          <a:prstGeom prst="roundRect">
            <a:avLst>
              <a:gd name="adj" fmla="val 13793"/>
            </a:avLst>
          </a:prstGeom>
          <a:solidFill>
            <a:srgbClr val="E7F0E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029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17–20 Aug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520293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 prototype  ·  rehearsals at iHub (19th) &amp; Riara (20th)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520293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August · FINALS · Riara University · a real citizen, a real bill, a real memorandum sent.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· SUPPORT NEEDED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88552" y="3657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unblock us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0574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DeepSeek API credits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six-week build.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06624" y="187452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12" name="Shape 10"/>
          <p:cNvSpPr/>
          <p:nvPr/>
        </p:nvSpPr>
        <p:spPr>
          <a:xfrm>
            <a:off x="2871216" y="20574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3" name="Text 11"/>
          <p:cNvSpPr/>
          <p:nvPr/>
        </p:nvSpPr>
        <p:spPr>
          <a:xfrm>
            <a:off x="2871216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43784" y="260604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GovTech / IEBC / IPRS mentor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43784" y="338328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path to verified identity.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56048" y="187452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20574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93208" y="260604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93208" y="338328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of auto-sent memoranda.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05472" y="187452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0064" y="20574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42632" y="260604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Swahili reviewer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42632" y="338328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AI output pre-launch.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54896" y="1874520"/>
            <a:ext cx="2121408" cy="2377440"/>
          </a:xfrm>
          <a:prstGeom prst="roundRect">
            <a:avLst>
              <a:gd name="adj" fmla="val 3448"/>
            </a:avLst>
          </a:prstGeom>
          <a:solidFill>
            <a:srgbClr val="E7F0EA"/>
          </a:solidFill>
          <a:ln/>
        </p:spPr>
      </p:sp>
      <p:sp>
        <p:nvSpPr>
          <p:cNvPr id="27" name="Shape 25"/>
          <p:cNvSpPr/>
          <p:nvPr/>
        </p:nvSpPr>
        <p:spPr>
          <a:xfrm>
            <a:off x="9619488" y="20574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8" name="Text 26"/>
          <p:cNvSpPr/>
          <p:nvPr/>
        </p:nvSpPr>
        <p:spPr>
          <a:xfrm>
            <a:off x="9619488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92056" y="260604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SHOFCO introduction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92056" y="338328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users in Mathare &amp; Kibra.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0B3D2E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THAT WOULD UNBLOCK US MOST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GovTech mentor. Without a path to verified identity, our clause voting is advisory. With it, Parliament has to take it seriously.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SHERIA YANGU · TEAM T002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Jared has Sheria Yangu now.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next Finance Bill opens for public participation, he will not need to go to the High Court to be heard. A notification, a plain-language clause, a response sent before the deadline.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to participate in your own governance should not require a lawyer.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8FD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should require a notification.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 — frontend &amp; research   ·   Catherine — backend &amp; scraper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2026-07-20T16:26:28Z</dcterms:created>
  <dcterms:modified xsi:type="dcterms:W3CDTF">2026-07-20T16:26:28Z</dcterms:modified>
</cp:coreProperties>
</file>